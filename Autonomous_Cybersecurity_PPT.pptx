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Autonomous Cybersecurity IDS Framework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AutoML-Based Intrusion Detection System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Using Tree Models, AutoFE, TVAE &amp; Ensemble Learning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Based on CICIDS2017 and 5G-NIDD datasets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Objective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Develop a semi-autonomous IDS framework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Reduce manual feature engineering and tuning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Improve cybersecurity automation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Enhance attack detection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Intrusion Detection System (IDS)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Monitors network traffic for attacks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Uses ML to classify benign and malicious traffic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Detects DDoS, PortScan, Botnets, Web Attacks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Works using network flow features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Workflow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Dataset Loading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Preprocessing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6 Base Tree Models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Model Evaluation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Feature Selection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TVAE Balancing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Ensemble Learning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Final IDS 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Datasets &amp; Features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CICIDS2017 and 5G-NIDD datasets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Flow Duration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Flow Bytes/s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Packet Rate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SYN Flag Count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Packet Length Statistics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Base Models Used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Decision Tree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Random Forest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Extra Trees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XGBoost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LightGBM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CatBoost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How Boosting Works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Trees are trained sequentially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Each new tree learns previous errors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Residual errors are minimized iteratively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Final prediction combines all trees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XGBoost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Extreme Gradient Boosting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Uses regularization to prevent overfitting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Strong nonlinear learning capability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Excellent IDS performance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LightGBM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Leaf-wise tree growth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Fast and memory efficient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Histogram-based splitting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Handles large cybersecurity datasets efficiently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CatBoost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Handles categorical patterns efficiently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Uses ordered boosting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Reduces prediction bias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Improves generalization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Feature Selection Process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Extract feature importance from all models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Average importance scores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Sort by cumulative importance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Keep features until 90% importance threshold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Feature Selection?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Removes noisy features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Reduces dimensionality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Improves training speed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Reduces overfitting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Keeps strongest indicators only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TVAE Data Balancing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Generates synthetic minority attack samples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Learns attack data distribution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Improves rare attack detection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Better than traditional oversampling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Ensemble Learning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Combines predictions from top models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Uses stacking and confidence-based stacking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Improves robustness and accuracy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Reduces weaknesses of individual models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Final Optimized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Selected Important Features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Balanced Dataset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Optimized Tree Models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Automated Ensemble Stacking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Final Autonomous IDS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Project Contributions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Semi-autonomous cybersecurity framework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AutoFE + AutoFS integration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TVAE-based balancing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Confidence-based ensemble stacking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Designed for 5G/6G cybersecurity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77240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Automated intrusion detection pipeline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Strong attack detection capability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Reduced manual ML effort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Scalable for future autonomous networks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0" y="0"/>
            <a:ext cx="274320" cy="685800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Detailed Workflow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14400"/>
            <a:ext cx="2743200" cy="45720"/>
          </a:xfrm>
          <a:prstGeom prst="rect">
            <a:avLst/>
          </a:prstGeom>
          <a:solidFill>
            <a:srgbClr val="2563EB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9144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2743200"/>
            <a:ext cx="9144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Preprocessing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743200"/>
            <a:ext cx="9144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6 Tree Models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2743200"/>
            <a:ext cx="9144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Performance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Comparison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743200"/>
            <a:ext cx="9144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Feature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Selection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743200"/>
            <a:ext cx="9144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TVAE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Balancing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2743200"/>
            <a:ext cx="9144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Ensemble</a:t>
            </a:r>
          </a:p>
          <a:p>
            <a:pPr algn="ctr">
              <a:defRPr sz="1200" b="1">
                <a:solidFill>
                  <a:srgbClr val="0F172A"/>
                </a:solidFill>
              </a:defRPr>
            </a:pPr>
            <a:r>
              <a:t>Stacking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2743200"/>
            <a:ext cx="914400" cy="731520"/>
          </a:xfrm>
          <a:prstGeom prst="roundRect">
            <a:avLst/>
          </a:prstGeom>
          <a:solidFill>
            <a:srgbClr val="DBEAFE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Final IDS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